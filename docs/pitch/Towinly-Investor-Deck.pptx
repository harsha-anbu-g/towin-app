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owinly.com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towinly.com/app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portfolioharsha.vercel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mailto:agharsha.anbu@gmail.com" TargetMode="External"/><Relationship Id="rId2" Type="http://schemas.openxmlformats.org/officeDocument/2006/relationships/hyperlink" Target="mailto:help@towinly.com" TargetMode="External"/><Relationship Id="rId3" Type="http://schemas.openxmlformats.org/officeDocument/2006/relationships/hyperlink" Target="https://www.towinly.co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ghar/Documents/Projects/ToWin App/docs/pitch/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66928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28600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Towinly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0" y="318211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C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takes two To Win.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97280" y="367588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and company for elders, from younger helpers nearby who earn trust step by step.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71600" y="44622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overview · August 2026 · </a:t>
            </a:r>
            <a:pPr algn="ctr" indent="0" marL="0">
              <a:buNone/>
            </a:pPr>
            <a:r>
              <a:rPr lang="en-US" sz="1200" u="sng" dirty="0">
                <a:solidFill>
                  <a:srgbClr val="4FA3C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towinly.com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Elders are alone. Helpers are willing.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one has built the bridge.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Towinly  ·  It takes two To Win.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pPr indent="0" marL="0">
              <a:buNone/>
            </a:pPr>
            <a:r>
              <a:rPr lang="en-US" sz="18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cigarettes a day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toll of chronic loneliness (Surgeon General, 2023)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94436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pPr indent="0" marL="0">
              <a:buNone/>
            </a:pPr>
            <a:r>
              <a:rPr lang="en-US" sz="18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live alone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02920" y="360273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 adults 60+ (Pew Research). Asking a stranger for help is still a gamble.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92040" y="1627632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1828800"/>
            <a:ext cx="3255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i="1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“Mom doesn’t want a stranger in her house. But she also won’t call us every time she needs help. So she goes without.”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38928" y="3346704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Daughter of an 82-year-old, Toronto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Elders go without. Families worry. Willing helpers never find them.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trust app, on the phone elders already carry.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Towinly  ·  It takes two To Win.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21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Elders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help or company. The elder leads every step.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91840" y="192024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121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2560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time, earn money, and build a Trust Score that travels with you.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80760" y="192024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121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360" y="2560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five relatives stay close: they see each friendship grow and hear when something needs attention.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Strangers at first. Trust earned step by step, and the elder always leads.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steps. Both people must say yes.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Towinly  ·  It takes two To Win.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3200400"/>
            <a:ext cx="11155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329184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2648" y="3602736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Connected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71523" y="2907792"/>
            <a:ext cx="1115568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1251" y="299923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81251" y="331012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40126" y="2615184"/>
            <a:ext cx="1115568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9854" y="270662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49854" y="3017520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Ready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08730" y="2322576"/>
            <a:ext cx="11155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8458" y="241401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18458" y="2724912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Ready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77333" y="2029968"/>
            <a:ext cx="111556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7061" y="212140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87061" y="2432304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45936" y="1737360"/>
            <a:ext cx="1115568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18288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55664" y="2139696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Meet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514539" y="1444752"/>
            <a:ext cx="1115568" cy="2596896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4267" y="153619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624267" y="1847088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Trusted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people must agree to every step. Slow is the point.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SCORE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Trust, made visible.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Towinly  ·  It takes two To Win.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39319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19072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connection is worth 15 points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" y="21031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" y="234086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phone and photo on file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21031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8952" y="25968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Ladder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8952" y="28346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per step climbed together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259689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58952" y="2542032"/>
            <a:ext cx="3419856" cy="0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0906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8952" y="332841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per star from that person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30906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58952" y="3035808"/>
            <a:ext cx="3419856" cy="0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584448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Summed across every real friendship.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1517904"/>
            <a:ext cx="39319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1719072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tiers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65192" y="213969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0" y="21396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Champion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65192" y="25054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60720" y="25054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Trusted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965192" y="287121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0720" y="28712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65192" y="323697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60720" y="32369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965192" y="360273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760720" y="360273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Member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Elders open a helper’s profile and read the Trust Score before they say yes.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first in history: elders online,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more of them than ever.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Towinly  ·  It takes two To Win.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828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130552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04088" y="2807208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growth among US seniors in a decade (Pew)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06040" y="1965960"/>
            <a:ext cx="1828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07208" y="2130552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 10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807208" y="2807208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Indian 60+ payments are digital (Kearney)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09160" y="1965960"/>
            <a:ext cx="1828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2130552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yrs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910328" y="2807208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expectancy, up from 47 in 1950 (UN)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12280" y="1965960"/>
            <a:ext cx="1828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13448" y="2130552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6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013448" y="2807208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will be 60+ by 2030 (WHO)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biggest elder generation ever, and the first that pays online.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elders every year. Company keeps them well.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Towinly  ·  It takes two To Win.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25298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039112"/>
            <a:ext cx="2127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04088" y="2624328"/>
            <a:ext cx="2127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" y="2916936"/>
            <a:ext cx="2127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odds of survival for people with strong social ties (148 studies, PLOS Medicine)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07080" y="1874520"/>
            <a:ext cx="25298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8248" y="2039112"/>
            <a:ext cx="2127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US$6.7B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08248" y="2624328"/>
            <a:ext cx="2127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08248" y="2916936"/>
            <a:ext cx="2127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Medicare spending each year on socially isolated older adults (AARP, Stanford)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11240" y="1874520"/>
            <a:ext cx="25298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2408" y="2039112"/>
            <a:ext cx="2127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2.1B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312408" y="2624328"/>
            <a:ext cx="2127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2408" y="2916936"/>
            <a:ext cx="2127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aged 60+ by 2050, double 2020. India alone: 347M (WHO, UNFPA)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isn’t a luxury. Company is healthcare.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TOWINLY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sides win.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Towinly  ·  It takes two To Win.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17320" y="129844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elders use phones, shop online, and pay online. Tomorrow there will be many more. But the hardest parts of growing older haven’t changed: feeling lonely, and not having enough energy for everyday things.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17320" y="2286000"/>
            <a:ext cx="630936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2286000"/>
            <a:ext cx="3154680" cy="402336"/>
          </a:xfrm>
          <a:prstGeom prst="rect">
            <a:avLst/>
          </a:prstGeom>
          <a:solidFill>
            <a:srgbClr val="F1EEE6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228600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2286000"/>
            <a:ext cx="3154680" cy="402336"/>
          </a:xfrm>
          <a:prstGeom prst="rect">
            <a:avLst/>
          </a:prstGeom>
          <a:solidFill>
            <a:srgbClr val="F1EEE6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28600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73352" y="2688336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2688336"/>
            <a:ext cx="1984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money, and life lessons to share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28032" y="2688336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0" y="2688336"/>
            <a:ext cx="1984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Energy, time, and good company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417320" y="2688336"/>
            <a:ext cx="6309360" cy="0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73352" y="329184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3291840"/>
            <a:ext cx="1984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and company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28032" y="3291840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0" y="3291840"/>
            <a:ext cx="1984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Money, care, and life advice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417320" y="3291840"/>
            <a:ext cx="6309360" cy="0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286000"/>
            <a:ext cx="0" cy="1609344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Towinly is where they meet and share, and both win.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and North America first. Then the world.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Towinly  ·  It takes two To Win.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529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993392"/>
            <a:ext cx="2127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US$1.6T+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04088" y="2578608"/>
            <a:ext cx="2127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" y="2871216"/>
            <a:ext cx="2127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elder-care economy by 2030 (industry forecasts)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07080" y="1828800"/>
            <a:ext cx="2529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8248" y="1993392"/>
            <a:ext cx="2127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220M+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08248" y="2578608"/>
            <a:ext cx="2127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08248" y="2871216"/>
            <a:ext cx="2127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 in our home markets: India (150M+) plus the US and Canada (70M+)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11240" y="1828800"/>
            <a:ext cx="2529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2408" y="1993392"/>
            <a:ext cx="2127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elders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12408" y="2578608"/>
            <a:ext cx="2127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2408" y="2871216"/>
            <a:ext cx="2127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three years, about 1% of home markets, city by city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1% of India’s senior care is organized today. The trust layer is wide open.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 is built. One seat each.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Towinly  ·  It takes two To Win.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22568" y="11521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5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</a:t>
            </a:r>
            <a:endParaRPr lang="en-US" sz="1100" dirty="0"/>
          </a:p>
        </p:txBody>
      </p:sp>
      <p:pic>
        <p:nvPicPr>
          <p:cNvPr id="7" name="Image 0" descr="/Users/aghar/Documents/Projects/ToWin App/docs/pitch/frames/elder-ask-he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0973" y="1444752"/>
            <a:ext cx="1237752" cy="24323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2568" y="40050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ride, shopping,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or company.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74720" y="11521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5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</a:t>
            </a:r>
            <a:endParaRPr lang="en-US" sz="1100" dirty="0"/>
          </a:p>
        </p:txBody>
      </p:sp>
      <p:pic>
        <p:nvPicPr>
          <p:cNvPr id="10" name="Image 1" descr="/Users/aghar/Documents/Projects/ToWin App/docs/pitch/frames/helper-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124" y="1444752"/>
            <a:ext cx="1237752" cy="2432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40050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elders you help,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your trust score.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626872" y="11521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5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100" dirty="0"/>
          </a:p>
        </p:txBody>
      </p:sp>
      <p:pic>
        <p:nvPicPr>
          <p:cNvPr id="13" name="Image 2" descr="/Users/aghar/Documents/Projects/ToWin App/docs/pitch/frames/family-par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276" y="1444752"/>
            <a:ext cx="1237752" cy="24323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26872" y="40050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parent is well,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message them.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02920" y="446227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on TestFlight  ·  Android build ready  ·  </a:t>
            </a:r>
            <a:pPr algn="ctr" indent="0" marL="0">
              <a:buNone/>
            </a:pPr>
            <a:r>
              <a:rPr lang="en-US" sz="1250" u="sng" dirty="0">
                <a:solidFill>
                  <a:srgbClr val="4FA3C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towinly.com/app</a:t>
            </a:r>
            <a:pPr algn="ctr" indent="0" marL="0"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any phone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ships in version 1.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Towinly  ·  It takes two To Win.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25298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481328"/>
            <a:ext cx="2127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C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 nearby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4088" y="1773936"/>
            <a:ext cx="2127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ride, shopping, cleaning or company. Helpers nearby see it, 25 km by default, and offer a hand. The elder chooses.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07080" y="1353312"/>
            <a:ext cx="25298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8248" y="1481328"/>
            <a:ext cx="2127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C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inside the app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08248" y="1773936"/>
            <a:ext cx="2127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stay in Towinly. Phone numbers are shared only when both people agree.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11240" y="1353312"/>
            <a:ext cx="25298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12408" y="1481328"/>
            <a:ext cx="2127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C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 watch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12408" y="1773936"/>
            <a:ext cx="2127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five family members see each friendship climb, get alerts, and can step in when asked.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834640"/>
            <a:ext cx="25298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2962656"/>
            <a:ext cx="2127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C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04088" y="3255264"/>
            <a:ext cx="2127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a day. If the elder goes quiet, linked family is told.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07080" y="2834640"/>
            <a:ext cx="25298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8248" y="2962656"/>
            <a:ext cx="2127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C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boxes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508248" y="3255264"/>
            <a:ext cx="2127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Stories, letters, and a sealed box that opens only after a person at Towinly has checked a death certificate and waited thirty days.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11240" y="2834640"/>
            <a:ext cx="25298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2408" y="2962656"/>
            <a:ext cx="2127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C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312408" y="3255264"/>
            <a:ext cx="2127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reaches emergency contacts. A block holds on every phone you sign in on, and push alerts never carry message text.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 is easy to find. Trust takes time.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 risk is behind us.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Towinly  ·  It takes two To Win.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1828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084832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04088" y="2761488"/>
            <a:ext cx="14264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1.1.0 in testers’ hands; the Android build is ready for Play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06040" y="1920240"/>
            <a:ext cx="1828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07208" y="2084832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807208" y="2761488"/>
            <a:ext cx="14264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towinly.com with one-tap demo accounts, and in any phone browser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09160" y="1920240"/>
            <a:ext cx="1828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2084832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910328" y="2761488"/>
            <a:ext cx="14264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across 173 suites, all green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12280" y="1920240"/>
            <a:ext cx="1828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13448" y="2084832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person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013448" y="2761488"/>
            <a:ext cx="14264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designed, built and shipped it all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Next: the store launch and the first pilot community. That is what we are asking for.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for the first months.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is ready when we are.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Towinly  ·  It takes two To Win.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591056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commission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291840" y="1591056"/>
            <a:ext cx="5349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share of paid tasks such as rides and errands; companionship stays free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075688"/>
            <a:ext cx="8138160" cy="0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75688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 Plus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91840" y="2075688"/>
            <a:ext cx="5349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subscription: priority matching, premium support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8138160" cy="0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60320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Pro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291840" y="2560320"/>
            <a:ext cx="5349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subscription: more visibility, more applications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044952"/>
            <a:ext cx="8138160" cy="0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44952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Dashboard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291840" y="3044952"/>
            <a:ext cx="5349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extras for adult children; the family view itself is free today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529584"/>
            <a:ext cx="8138160" cy="0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29584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291840" y="3529584"/>
            <a:ext cx="5349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insurers, elder-care brands, hospitals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22452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C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is free at launch. We earn trust first. And always free for elders who cannot pay.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else matches. Towinly builds trust.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Towinly  ·  It takes two To Win.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Elder cybercrime in India rose 86% in two years. Matching without trust is dangerous.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3931920" cy="2468880"/>
          </a:xfrm>
          <a:prstGeom prst="rect">
            <a:avLst/>
          </a:prstGeom>
          <a:solidFill>
            <a:srgbClr val="F1EEE6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1554480"/>
            <a:ext cx="39319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190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F6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apps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83480" y="17190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Towinly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2128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instantly with strangers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22128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trust steps, both say yes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6883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young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6883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a 75-year-old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2596896"/>
            <a:ext cx="3383280" cy="0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83480" y="2596896"/>
            <a:ext cx="3383280" cy="0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638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elder is a customer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31638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Elders give back: skills, stories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3072384"/>
            <a:ext cx="3383280" cy="0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3072384"/>
            <a:ext cx="3383280" cy="0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6393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is locked out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36393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watch, SOS, daily check-in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3547872"/>
            <a:ext cx="3383280" cy="0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83480" y="3547872"/>
            <a:ext cx="3383280" cy="0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first pilots to a platform for living well.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Towinly  ·  It takes two To Win.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 bets wait until the trust layer has earned them.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517904"/>
            <a:ext cx="2560320" cy="2596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19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C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now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04088" y="2176272"/>
            <a:ext cx="219456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iOS, Android and web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Ladder and Trust Score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requests near you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watch, five seats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Check-in, SOS, blocks, alerts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boxes: what I pass 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517904"/>
            <a:ext cx="2560320" cy="2596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719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C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12 months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93008" y="2176272"/>
            <a:ext cx="219456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and Play launch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voice and video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checks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groups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exchange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Tamil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517904"/>
            <a:ext cx="2560320" cy="2596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719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C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bets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81928" y="2176272"/>
            <a:ext cx="219456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Soul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Phone-line onboarding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post-work world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founder. The whole platform.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Towinly  ·  It takes two To Win.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Harshavardhan Anbu Gowri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2494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· Full-Stack Engineer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670048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Master’s in Computer Science, Concordia University, Canada.</a:t>
            </a:r>
            <a:endParaRPr lang="en-US" sz="125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Towinly end to end: React Native app, React web, Spring Boot backend, security, deployment.</a:t>
            </a:r>
            <a:endParaRPr lang="en-US" sz="125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engineer and entrepreneur: ships with AI at every step, from code to design to this deck.</a:t>
            </a:r>
            <a:endParaRPr lang="en-US" sz="125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502920" y="39502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4FA3C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portfolioharsha.vercel.app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0" y="1737360"/>
            <a:ext cx="3154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19385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760720" y="276148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so far. Everything in this deck already exists, built by one person.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dollar raised goes to trust, safety and reach. The product is already built.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the first mile.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Towinly  ·  It takes two To Win.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44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communities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76479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centres, retirement residences, neighbourhood associations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444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First-wave helpers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76479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Gen Z volunteers, and retirees giving back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69748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16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 champions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13639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children who bring Towinly home to a parent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69748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816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 and funders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313639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insurers, elder-care brands, funders of safety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Trust, built one connection at a time.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455371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rgbClr val="4FA3C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agharsha.anbu@gmail.com</a:t>
            </a:r>
            <a:pPr algn="ctr" indent="0" marL="0">
              <a:buNone/>
            </a:pPr>
            <a:r>
              <a:rPr lang="en-US" sz="12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200" u="sng" dirty="0">
                <a:solidFill>
                  <a:srgbClr val="4FA3C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help@towinly.com</a:t>
            </a:r>
            <a:pPr algn="ctr" indent="0" marL="0">
              <a:buNone/>
            </a:pPr>
            <a:r>
              <a:rPr lang="en-US" sz="12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200" u="sng" dirty="0">
                <a:solidFill>
                  <a:srgbClr val="4FA3C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towinly.com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62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numbers behind this deck.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Towinly  ·  It takes two To Win.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794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Loneliness = 15 cigarettes a 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07408" y="1280160"/>
            <a:ext cx="4233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Surgeon General advisory (2023)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8138160" cy="0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18488"/>
            <a:ext cx="3794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of US adults 60+ live alone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07408" y="1618488"/>
            <a:ext cx="4233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Pew Research Center (2020)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956816"/>
            <a:ext cx="8138160" cy="0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56816"/>
            <a:ext cx="3794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US 65+ own smartphones; 48% shop by phone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07408" y="1956816"/>
            <a:ext cx="4233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Pew Research Center (2025; 2022)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295144"/>
            <a:ext cx="8138160" cy="0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95144"/>
            <a:ext cx="3794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better survival with strong social ties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07408" y="2295144"/>
            <a:ext cx="4233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Holt-Lunstad et al., PLOS Medicine (2010), 148 studies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33472"/>
            <a:ext cx="8138160" cy="0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33472"/>
            <a:ext cx="3794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US$6.7B a year extra Medicare spend on isolation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07408" y="2633472"/>
            <a:ext cx="4233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AARP Public Policy Institute with Stanford (2017)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971800"/>
            <a:ext cx="8138160" cy="0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71800"/>
            <a:ext cx="3794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60+: 1 in 6 by 2030, 2.1B by 2050 · 80+ to 426M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07408" y="2971800"/>
            <a:ext cx="4233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“Ageing and Health” fact sheet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310128"/>
            <a:ext cx="8138160" cy="0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310128"/>
            <a:ext cx="3794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expectancy 47 → 73 years since 1950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07408" y="3310128"/>
            <a:ext cx="4233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Nations, World Population Prospects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648456"/>
            <a:ext cx="8138160" cy="0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48456"/>
            <a:ext cx="3794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150M+ seniors today → 347M by 2050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07408" y="3648456"/>
            <a:ext cx="4233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UNFPA India Ageing Report (2023)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3986784"/>
            <a:ext cx="8138160" cy="0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986784"/>
            <a:ext cx="3794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 10 urban 60+ payments digital · cybercrime +86%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07408" y="3986784"/>
            <a:ext cx="4233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Kearney × Amazon Pay (2024); NCRB via Safer Internet India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4325112"/>
            <a:ext cx="8138160" cy="0"/>
          </a:xfrm>
          <a:prstGeom prst="line">
            <a:avLst/>
          </a:prstGeom>
          <a:noFill/>
          <a:ln w="9525">
            <a:solidFill>
              <a:srgbClr val="E5E1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325112"/>
            <a:ext cx="3794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26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US$1.6T+ global elder-care market by 2030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07408" y="4325112"/>
            <a:ext cx="4233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forecasts (Research &amp; Markets; Brainy Insights)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Towinly: Investor Overview</dc:title>
  <dc:subject>PptxGenJS Presentation</dc:subject>
  <dc:creator>Harshavardhan Anbu Gowri</dc:creator>
  <cp:lastModifiedBy>Harshavardhan Anbu Gowri</cp:lastModifiedBy>
  <cp:revision>1</cp:revision>
  <dcterms:created xsi:type="dcterms:W3CDTF">2026-09-26T14:38:48Z</dcterms:created>
  <dcterms:modified xsi:type="dcterms:W3CDTF">2026-09-26T14:38:48Z</dcterms:modified>
</cp:coreProperties>
</file>